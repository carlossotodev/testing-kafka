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25F2FF-08BD-4001-8304-FF679659E308}" v="137" dt="2026-02-08T05:26:32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5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4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73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3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99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51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21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2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7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038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5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voidmainvoid.net/52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2750D7-24A8-49FA-A959-E247A4E35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280" y="1714499"/>
            <a:ext cx="9300556" cy="4827595"/>
          </a:xfrm>
        </p:spPr>
        <p:txBody>
          <a:bodyPr anchor="t">
            <a:normAutofit/>
          </a:bodyPr>
          <a:lstStyle/>
          <a:p>
            <a:r>
              <a:rPr lang="es-MX" sz="6600" dirty="0"/>
              <a:t>KAFKA (FOUNDATIONS, CONSUMERS AND PRODUCERS)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2436C3-4762-4542-9B41-D8B4CC95F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806609" cy="1315690"/>
          </a:xfrm>
        </p:spPr>
        <p:txBody>
          <a:bodyPr anchor="b">
            <a:normAutofit/>
          </a:bodyPr>
          <a:lstStyle/>
          <a:p>
            <a:r>
              <a:rPr lang="es-MX" sz="2000" dirty="0"/>
              <a:t>BY CARLOS SOTO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07ED31-6FA0-4967-A8DD-C5388BC17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BEB16F28-5766-79C4-4AAE-BE9C2867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12494" y="3746500"/>
            <a:ext cx="2190011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7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B93277-2482-DF5B-A88D-67715E164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598" y="993391"/>
            <a:ext cx="10221542" cy="4870429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BE47D07-5BA9-7065-7259-5D78B74E9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197" r="1" b="9081"/>
          <a:stretch>
            <a:fillRect/>
          </a:stretch>
        </p:blipFill>
        <p:spPr>
          <a:xfrm>
            <a:off x="990599" y="994180"/>
            <a:ext cx="10221541" cy="4871218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212140" y="993391"/>
            <a:ext cx="0" cy="487121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87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FEC5909-300E-6566-9391-D182A985B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4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AD482FE-0AA4-29C1-6C9E-432B4FE2D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896" r="-1" b="1355"/>
          <a:stretch>
            <a:fillRect/>
          </a:stretch>
        </p:blipFill>
        <p:spPr>
          <a:xfrm>
            <a:off x="312984" y="639549"/>
            <a:ext cx="11548513" cy="62198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211766"/>
            <a:ext cx="115485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40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108B2-13C1-AF4A-7024-C4BF46B08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880" y="317499"/>
            <a:ext cx="11374120" cy="145322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s-MX" sz="3600" b="0" dirty="0">
                <a:ea typeface="+mj-lt"/>
                <a:cs typeface="+mj-lt"/>
              </a:rPr>
              <a:t>Basic </a:t>
            </a:r>
            <a:r>
              <a:rPr lang="es-MX" sz="3600" b="0" err="1">
                <a:ea typeface="+mj-lt"/>
                <a:cs typeface="+mj-lt"/>
              </a:rPr>
              <a:t>analogy</a:t>
            </a:r>
            <a:r>
              <a:rPr lang="es-MX" sz="3600" b="0" dirty="0">
                <a:ea typeface="+mj-lt"/>
                <a:cs typeface="+mj-lt"/>
              </a:rPr>
              <a:t> </a:t>
            </a:r>
            <a:r>
              <a:rPr lang="es-MX" sz="3600" b="0" err="1">
                <a:ea typeface="+mj-lt"/>
                <a:cs typeface="+mj-lt"/>
              </a:rPr>
              <a:t>to</a:t>
            </a:r>
            <a:r>
              <a:rPr lang="es-MX" sz="3600" b="0" dirty="0">
                <a:ea typeface="+mj-lt"/>
                <a:cs typeface="+mj-lt"/>
              </a:rPr>
              <a:t> </a:t>
            </a:r>
            <a:r>
              <a:rPr lang="es-MX" sz="3600" b="0" err="1">
                <a:ea typeface="+mj-lt"/>
                <a:cs typeface="+mj-lt"/>
              </a:rPr>
              <a:t>understand</a:t>
            </a:r>
            <a:r>
              <a:rPr lang="es-MX" sz="3600" b="0" dirty="0">
                <a:ea typeface="+mj-lt"/>
                <a:cs typeface="+mj-lt"/>
              </a:rPr>
              <a:t> </a:t>
            </a:r>
            <a:r>
              <a:rPr lang="es-MX" sz="3600" b="0" err="1">
                <a:ea typeface="+mj-lt"/>
                <a:cs typeface="+mj-lt"/>
              </a:rPr>
              <a:t>the</a:t>
            </a:r>
            <a:r>
              <a:rPr lang="es-MX" sz="3600" b="0" dirty="0">
                <a:ea typeface="+mj-lt"/>
                <a:cs typeface="+mj-lt"/>
              </a:rPr>
              <a:t> fundamental </a:t>
            </a:r>
            <a:r>
              <a:rPr lang="es-MX" sz="3600" b="0" err="1">
                <a:ea typeface="+mj-lt"/>
                <a:cs typeface="+mj-lt"/>
              </a:rPr>
              <a:t>concepts</a:t>
            </a:r>
            <a:r>
              <a:rPr lang="es-MX" sz="3600" b="0" dirty="0">
                <a:ea typeface="+mj-lt"/>
                <a:cs typeface="+mj-lt"/>
              </a:rPr>
              <a:t> in Kafka</a:t>
            </a:r>
            <a:endParaRPr lang="es-MX" sz="3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4749EA-BFC5-D0F1-2538-22385D7C2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9" y="2007506"/>
            <a:ext cx="6671129" cy="448309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4626D66-B878-1CD6-77B5-94A5897FD571}"/>
              </a:ext>
            </a:extLst>
          </p:cNvPr>
          <p:cNvSpPr txBox="1"/>
          <p:nvPr/>
        </p:nvSpPr>
        <p:spPr>
          <a:xfrm>
            <a:off x="7048501" y="2122715"/>
            <a:ext cx="474889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Topic</a:t>
            </a:r>
            <a:r>
              <a:rPr lang="en-US" sz="2800" dirty="0"/>
              <a:t> → Newspaper</a:t>
            </a:r>
            <a:br>
              <a:rPr lang="en-US" sz="2800" dirty="0"/>
            </a:br>
            <a:r>
              <a:rPr lang="en-US" sz="2800" b="1" dirty="0"/>
              <a:t>Partition</a:t>
            </a:r>
            <a:r>
              <a:rPr lang="en-US" sz="2800" dirty="0"/>
              <a:t> → Newspaper sections</a:t>
            </a:r>
            <a:br>
              <a:rPr lang="en-US" sz="2800" dirty="0"/>
            </a:br>
            <a:r>
              <a:rPr lang="en-US" sz="2800" b="1" dirty="0"/>
              <a:t>Offset</a:t>
            </a:r>
            <a:r>
              <a:rPr lang="en-US" sz="2800" dirty="0"/>
              <a:t> → Page number within a section</a:t>
            </a:r>
            <a:br>
              <a:rPr lang="en-US" sz="2800" dirty="0"/>
            </a:br>
            <a:r>
              <a:rPr lang="en-US" sz="2800" b="1" dirty="0"/>
              <a:t>Consumer Group</a:t>
            </a:r>
            <a:r>
              <a:rPr lang="en-US" sz="2800" dirty="0"/>
              <a:t> → Teams of readers that split up the sections so they can read without duplicating work</a:t>
            </a:r>
          </a:p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78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01323A-3BD4-99D2-F90B-51E5AB342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0311"/>
            <a:ext cx="10887542" cy="5577378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E019DF-9D2E-3558-E2A7-D39075145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0" b="7269"/>
          <a:stretch>
            <a:fillRect/>
          </a:stretch>
        </p:blipFill>
        <p:spPr>
          <a:xfrm>
            <a:off x="643467" y="640311"/>
            <a:ext cx="10902365" cy="55795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537289" y="640311"/>
            <a:ext cx="0" cy="557951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50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1AD71D0-718E-CB32-6C52-6E65EC49C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23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BAA4D9-7A8D-CE7B-3756-485ACF18A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548533" cy="6219811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66C9514-CAFC-3CFD-B3B1-B9A4FC12F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" b="4251"/>
          <a:stretch>
            <a:fillRect/>
          </a:stretch>
        </p:blipFill>
        <p:spPr>
          <a:xfrm>
            <a:off x="20" y="14"/>
            <a:ext cx="11548513" cy="62198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211766"/>
            <a:ext cx="115485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63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C98CA3F-86FB-496D-5135-8BDCAA4DC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3342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DashVTI</vt:lpstr>
      <vt:lpstr>KAFKA (FOUNDATIONS, CONSUMERS AND PRODUCERS)</vt:lpstr>
      <vt:lpstr>Presentación de PowerPoint</vt:lpstr>
      <vt:lpstr>Presentación de PowerPoint</vt:lpstr>
      <vt:lpstr>Presentación de PowerPoint</vt:lpstr>
      <vt:lpstr>Basic analogy to understand the fundamental concepts in Kafka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87</cp:revision>
  <dcterms:created xsi:type="dcterms:W3CDTF">2026-02-08T04:44:29Z</dcterms:created>
  <dcterms:modified xsi:type="dcterms:W3CDTF">2026-02-08T05:29:19Z</dcterms:modified>
</cp:coreProperties>
</file>